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63636"/>
                </a:solidFill>
              </a:rPr>
              <a:t>java.pptx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66666"/>
                </a:solidFill>
              </a:rPr>
              <a:t>Interactive Learning Materials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99999"/>
                </a:solidFill>
              </a:rPr>
              <a:t>Generated by ClassroomAI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63636"/>
                </a:solidFill>
              </a:rPr>
              <a:t>📚 Flashcards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200400" y="13716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63636"/>
                </a:solidFill>
              </a:rPr>
              <a:t>Scan this QR code to access flashcards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00400" y="18288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Total Cards: 15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200400" y="22860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63636"/>
                </a:solidFill>
              </a:rPr>
              <a:t>Backup Link: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200400" y="274320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66CC"/>
                </a:solidFill>
              </a:rPr>
              <a:t>http://localhost:3000/student/flashcards_ppt_1760384864569_sceowa4zm_1760385004053/flashcards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63636"/>
                </a:solidFill>
              </a:rPr>
              <a:t>Sample Cards: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4572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63636"/>
                </a:solidFill>
              </a:rPr>
              <a:t>Q1: What is Java?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5303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63636"/>
                </a:solidFill>
              </a:rPr>
              <a:t>Q2: Who developed Java and when was it released?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6035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63636"/>
                </a:solidFill>
              </a:rPr>
              <a:t>Q3: What is Java's core philosophy?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63636"/>
                </a:solidFill>
              </a:rPr>
              <a:t>🧠 Quiz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200400" y="13716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63636"/>
                </a:solidFill>
              </a:rPr>
              <a:t>Scan this QR code to access quiz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00400" y="18288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Total Questions: 7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200400" y="22860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63636"/>
                </a:solidFill>
              </a:rPr>
              <a:t>Backup Link: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200400" y="274320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66CC"/>
                </a:solidFill>
              </a:rPr>
              <a:t>http://localhost:3000/student/quiz_ppt_1760384864569_sceowa4zm_1760385004116/quiz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63636"/>
                </a:solidFill>
              </a:rPr>
              <a:t>Sample Questions: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4572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63636"/>
                </a:solidFill>
              </a:rPr>
              <a:t>Q1: In what year was Java first released?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4937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Options: 1990, 1995, 2000, 2005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5669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63636"/>
                </a:solidFill>
              </a:rPr>
              <a:t>Q2: What is the core philosophy of Java programming?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6035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Options: Code Once, Debug Everywhere, Write Once, Run Anywhere, Develop Fast, Deploy Faster, Compile Once, Interpret Always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63636"/>
                </a:solidFill>
              </a:rPr>
              <a:t>📱 How to Use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63636"/>
                </a:solidFill>
              </a:rPr>
              <a:t>1. Students scan QR codes with their phone camera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63636"/>
                </a:solidFill>
              </a:rPr>
              <a:t>2. They will be redirected to interactive learning materials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286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63636"/>
                </a:solidFill>
              </a:rPr>
              <a:t>3. Students can practice flashcards or take quizzes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63636"/>
                </a:solidFill>
              </a:rPr>
              <a:t>4. Real-time feedback and scoring is provided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3657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66666"/>
                </a:solidFill>
              </a:rPr>
              <a:t>💡 Tip: Backup links are provided in case QR codes don't work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ClassroomAI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java.pptx - Interactive Learning Materials</dc:title>
  <dc:subject>Generated Learning Materials with QR Codes</dc:subject>
  <dc:creator>ClassroomAI</dc:creator>
  <cp:lastModifiedBy>ClassroomAI</cp:lastModifiedBy>
  <cp:revision>1</cp:revision>
  <dcterms:created xsi:type="dcterms:W3CDTF">2025-10-13T19:50:04Z</dcterms:created>
  <dcterms:modified xsi:type="dcterms:W3CDTF">2025-10-13T19:50:04Z</dcterms:modified>
</cp:coreProperties>
</file>